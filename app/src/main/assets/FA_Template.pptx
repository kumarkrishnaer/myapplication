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24387175" cy="13716000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2A006B-0076-4233-849A-56D6B0B3107A}">
  <a:tblStyle styleId="{492A006B-0076-4233-849A-56D6B0B3107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24"/>
      </p:cViewPr>
      <p:guideLst>
        <p:guide orient="horz" pos="4319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4375" cy="87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1676618" y="3651250"/>
            <a:ext cx="10364549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12346008" y="3651250"/>
            <a:ext cx="10364549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1679796" y="5010150"/>
            <a:ext cx="10316917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12346007" y="3362326"/>
            <a:ext cx="10367726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12346007" y="5010150"/>
            <a:ext cx="10367726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10367726" y="1974851"/>
            <a:ext cx="12346007" cy="974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635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marL="914400" lvl="1" indent="-584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marL="1371600" lvl="2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marL="1828800" lvl="3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marL="3200400" lvl="6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marL="3657600" lvl="7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marL="4114800" lvl="8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1679796" y="4114800"/>
            <a:ext cx="7865498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0367726" y="1974851"/>
            <a:ext cx="12346007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679796" y="4114800"/>
            <a:ext cx="7865498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7842250" y="-2514600"/>
            <a:ext cx="8702675" cy="2103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14269477" y="3912845"/>
            <a:ext cx="11623676" cy="5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3600087" y="-1193219"/>
            <a:ext cx="11623676" cy="15470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4375" cy="87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676400" y="12712700"/>
            <a:ext cx="54879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8078788" y="12712700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7222788" y="12712700"/>
            <a:ext cx="54879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368300" y="150515"/>
            <a:ext cx="222378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0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4180FF"/>
                </a:solidFill>
                <a:latin typeface="Calibri"/>
                <a:ea typeface="Calibri"/>
                <a:cs typeface="Calibri"/>
                <a:sym typeface="Calibri"/>
              </a:rPr>
              <a:t>V57-Hyperion</a:t>
            </a:r>
            <a:r>
              <a:rPr lang="en-US" sz="4000" b="0" i="0" u="none" strike="noStrike" cap="none" dirty="0">
                <a:solidFill>
                  <a:srgbClr val="4180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4000" dirty="0">
                <a:solidFill>
                  <a:srgbClr val="4180FF"/>
                </a:solidFill>
                <a:latin typeface="Calibri"/>
                <a:ea typeface="Calibri"/>
                <a:cs typeface="Calibri"/>
                <a:sym typeface="Calibri"/>
              </a:rPr>
              <a:t>FXBL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lang="en-US" sz="4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 Report</a:t>
            </a:r>
            <a:endParaRPr sz="4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14"/>
          <p:cNvGraphicFramePr/>
          <p:nvPr>
            <p:extLst>
              <p:ext uri="{D42A27DB-BD31-4B8C-83A1-F6EECF244321}">
                <p14:modId xmlns:p14="http://schemas.microsoft.com/office/powerpoint/2010/main" val="1680378948"/>
              </p:ext>
            </p:extLst>
          </p:nvPr>
        </p:nvGraphicFramePr>
        <p:xfrm>
          <a:off x="0" y="1449336"/>
          <a:ext cx="24387179" cy="13288601"/>
        </p:xfrm>
        <a:graphic>
          <a:graphicData uri="http://schemas.openxmlformats.org/drawingml/2006/table">
            <a:tbl>
              <a:tblPr>
                <a:noFill/>
                <a:tableStyleId>{492A006B-0076-4233-849A-56D6B0B3107A}</a:tableStyleId>
              </a:tblPr>
              <a:tblGrid>
                <a:gridCol w="465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6164">
                  <a:extLst>
                    <a:ext uri="{9D8B030D-6E8A-4147-A177-3AD203B41FA5}">
                      <a16:colId xmlns:a16="http://schemas.microsoft.com/office/drawing/2014/main" val="1549212118"/>
                    </a:ext>
                  </a:extLst>
                </a:gridCol>
                <a:gridCol w="4835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36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6160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Machine Name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Calibri"/>
                        <a:buNone/>
                      </a:pPr>
                      <a:endParaRPr sz="32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CM site</a:t>
                      </a:r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3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FXBL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160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200" u="none" strike="noStrike" cap="none" dirty="0"/>
                        <a:t> </a:t>
                      </a:r>
                      <a:endParaRPr sz="3200" u="none" strike="noStrike" cap="none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Machine Failure code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endParaRPr lang="en-US" sz="3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96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BFIH DRI &amp; FHH DRI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endParaRPr sz="3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Line / </a:t>
                      </a:r>
                      <a:r>
                        <a:rPr lang="en-US" sz="2800" b="1" dirty="0"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Station</a:t>
                      </a: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 ID 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endParaRPr sz="32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043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Issue Start Time – End Time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endParaRPr sz="3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endParaRPr sz="3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Spare waiting time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endParaRPr sz="32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6302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Down Time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endParaRPr sz="3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Part Spec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endParaRPr sz="3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3927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NG Part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800"/>
                        <a:buFont typeface="Calibri"/>
                        <a:buNone/>
                      </a:pPr>
                      <a:endParaRPr sz="3200" b="1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Vendor skill level</a:t>
                      </a:r>
                      <a:endParaRPr sz="3600" u="none" strike="noStrike" cap="none" dirty="0"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endParaRPr sz="3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8506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Status </a:t>
                      </a:r>
                      <a:endParaRPr sz="3600" b="1" u="none" strike="noStrike" cap="none" dirty="0"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800"/>
                        <a:buFont typeface="Calibri"/>
                        <a:buNone/>
                      </a:pPr>
                      <a:endParaRPr sz="3200" b="1" i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 dirty="0"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Machine Serial Number 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endParaRPr sz="3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57436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Failure Symptom (Problem statement)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3200" u="none" strike="noStrike" cap="none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3375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 Actions Taken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320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9112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Georgia" panose="02040502050405020303" pitchFamily="18" charset="0"/>
                        </a:rPr>
                        <a:t>Root Cause</a:t>
                      </a:r>
                    </a:p>
                  </a:txBody>
                  <a:tcP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lang="en-US" sz="3200" u="none" strike="noStrike" cap="none" dirty="0"/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alibri"/>
                        <a:buNone/>
                      </a:pPr>
                      <a:endParaRPr sz="26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87571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Corrective Action </a:t>
                      </a:r>
                      <a:endParaRPr sz="3600" b="1" u="none" strike="noStrike" cap="none" dirty="0"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3200" u="none" strike="noStrike" cap="none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alibri"/>
                        <a:buNone/>
                      </a:pPr>
                      <a:endParaRPr sz="26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8596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Calibri"/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rgbClr val="000000"/>
                          </a:solidFill>
                          <a:latin typeface="Georgia" panose="02040502050405020303" pitchFamily="18" charset="0"/>
                          <a:ea typeface="Calibri"/>
                          <a:cs typeface="Calibri"/>
                          <a:sym typeface="Calibri"/>
                        </a:rPr>
                        <a:t>Preventive Action</a:t>
                      </a:r>
                      <a:endParaRPr sz="2600" b="1" i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endParaRPr sz="3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26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6A6A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80B42AB-C981-9F64-3C89-09972DC3D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538" y="0"/>
            <a:ext cx="8146637" cy="144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62</Words>
  <Application>Microsoft Office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Georgia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kumar</cp:lastModifiedBy>
  <cp:revision>10</cp:revision>
  <dcterms:modified xsi:type="dcterms:W3CDTF">2026-04-19T20:21:47Z</dcterms:modified>
</cp:coreProperties>
</file>